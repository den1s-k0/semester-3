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59" r:id="rId4"/>
    <p:sldId id="260" r:id="rId5"/>
    <p:sldId id="257" r:id="rId6"/>
    <p:sldId id="261" r:id="rId7"/>
    <p:sldId id="269" r:id="rId8"/>
    <p:sldId id="264" r:id="rId9"/>
    <p:sldId id="265" r:id="rId10"/>
    <p:sldId id="267" r:id="rId11"/>
    <p:sldId id="270" r:id="rId12"/>
    <p:sldId id="271" r:id="rId13"/>
    <p:sldId id="273" r:id="rId14"/>
    <p:sldId id="276" r:id="rId15"/>
    <p:sldId id="272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933" y="5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sha Kovalenko" userId="bf074e1f9a863715" providerId="LiveId" clId="{9A07B360-160E-46FA-A768-3205F7CE3F11}"/>
    <pc:docChg chg="addSld modSld sldOrd">
      <pc:chgData name="Gosha Kovalenko" userId="bf074e1f9a863715" providerId="LiveId" clId="{9A07B360-160E-46FA-A768-3205F7CE3F11}" dt="2025-10-30T08:45:05.875" v="14" actId="14100"/>
      <pc:docMkLst>
        <pc:docMk/>
      </pc:docMkLst>
      <pc:sldChg chg="addSp new mod">
        <pc:chgData name="Gosha Kovalenko" userId="bf074e1f9a863715" providerId="LiveId" clId="{9A07B360-160E-46FA-A768-3205F7CE3F11}" dt="2025-10-30T08:38:46.219" v="5" actId="22"/>
        <pc:sldMkLst>
          <pc:docMk/>
          <pc:sldMk cId="1634057733" sldId="271"/>
        </pc:sldMkLst>
        <pc:picChg chg="add">
          <ac:chgData name="Gosha Kovalenko" userId="bf074e1f9a863715" providerId="LiveId" clId="{9A07B360-160E-46FA-A768-3205F7CE3F11}" dt="2025-10-30T08:38:46.219" v="5" actId="22"/>
          <ac:picMkLst>
            <pc:docMk/>
            <pc:sldMk cId="1634057733" sldId="271"/>
            <ac:picMk id="3" creationId="{C0C5A6C6-1EC5-8C20-86D7-42F9F8C836EE}"/>
          </ac:picMkLst>
        </pc:picChg>
      </pc:sldChg>
      <pc:sldChg chg="addSp new mod">
        <pc:chgData name="Gosha Kovalenko" userId="bf074e1f9a863715" providerId="LiveId" clId="{9A07B360-160E-46FA-A768-3205F7CE3F11}" dt="2025-10-30T08:39:08.279" v="6" actId="22"/>
        <pc:sldMkLst>
          <pc:docMk/>
          <pc:sldMk cId="4215957033" sldId="272"/>
        </pc:sldMkLst>
        <pc:picChg chg="add">
          <ac:chgData name="Gosha Kovalenko" userId="bf074e1f9a863715" providerId="LiveId" clId="{9A07B360-160E-46FA-A768-3205F7CE3F11}" dt="2025-10-30T08:39:08.279" v="6" actId="22"/>
          <ac:picMkLst>
            <pc:docMk/>
            <pc:sldMk cId="4215957033" sldId="272"/>
            <ac:picMk id="3" creationId="{BB620BEC-4D87-A5B4-B154-A6C0AC420366}"/>
          </ac:picMkLst>
        </pc:picChg>
      </pc:sldChg>
      <pc:sldChg chg="addSp add mod ord">
        <pc:chgData name="Gosha Kovalenko" userId="bf074e1f9a863715" providerId="LiveId" clId="{9A07B360-160E-46FA-A768-3205F7CE3F11}" dt="2025-10-30T08:44:54.441" v="13"/>
        <pc:sldMkLst>
          <pc:docMk/>
          <pc:sldMk cId="2718682627" sldId="273"/>
        </pc:sldMkLst>
        <pc:picChg chg="add">
          <ac:chgData name="Gosha Kovalenko" userId="bf074e1f9a863715" providerId="LiveId" clId="{9A07B360-160E-46FA-A768-3205F7CE3F11}" dt="2025-10-30T08:43:16.591" v="7" actId="22"/>
          <ac:picMkLst>
            <pc:docMk/>
            <pc:sldMk cId="2718682627" sldId="273"/>
            <ac:picMk id="3" creationId="{5C0A73F2-3508-B364-B180-3CD956CC0BFB}"/>
          </ac:picMkLst>
        </pc:picChg>
      </pc:sldChg>
      <pc:sldChg chg="addSp add mod">
        <pc:chgData name="Gosha Kovalenko" userId="bf074e1f9a863715" providerId="LiveId" clId="{9A07B360-160E-46FA-A768-3205F7CE3F11}" dt="2025-10-30T08:43:29.979" v="8" actId="22"/>
        <pc:sldMkLst>
          <pc:docMk/>
          <pc:sldMk cId="2571250289" sldId="274"/>
        </pc:sldMkLst>
        <pc:picChg chg="add">
          <ac:chgData name="Gosha Kovalenko" userId="bf074e1f9a863715" providerId="LiveId" clId="{9A07B360-160E-46FA-A768-3205F7CE3F11}" dt="2025-10-30T08:43:29.979" v="8" actId="22"/>
          <ac:picMkLst>
            <pc:docMk/>
            <pc:sldMk cId="2571250289" sldId="274"/>
            <ac:picMk id="3" creationId="{D4FE19D6-4142-D7E6-91B6-C6A54E59AE15}"/>
          </ac:picMkLst>
        </pc:picChg>
      </pc:sldChg>
      <pc:sldChg chg="addSp add mod">
        <pc:chgData name="Gosha Kovalenko" userId="bf074e1f9a863715" providerId="LiveId" clId="{9A07B360-160E-46FA-A768-3205F7CE3F11}" dt="2025-10-30T08:44:01.130" v="9" actId="22"/>
        <pc:sldMkLst>
          <pc:docMk/>
          <pc:sldMk cId="503018057" sldId="275"/>
        </pc:sldMkLst>
        <pc:picChg chg="add">
          <ac:chgData name="Gosha Kovalenko" userId="bf074e1f9a863715" providerId="LiveId" clId="{9A07B360-160E-46FA-A768-3205F7CE3F11}" dt="2025-10-30T08:44:01.130" v="9" actId="22"/>
          <ac:picMkLst>
            <pc:docMk/>
            <pc:sldMk cId="503018057" sldId="275"/>
            <ac:picMk id="3" creationId="{370A09C7-E9F0-8A5D-4BAA-95592A0F01FB}"/>
          </ac:picMkLst>
        </pc:picChg>
      </pc:sldChg>
      <pc:sldChg chg="addSp modSp new mod">
        <pc:chgData name="Gosha Kovalenko" userId="bf074e1f9a863715" providerId="LiveId" clId="{9A07B360-160E-46FA-A768-3205F7CE3F11}" dt="2025-10-30T08:45:05.875" v="14" actId="14100"/>
        <pc:sldMkLst>
          <pc:docMk/>
          <pc:sldMk cId="839453665" sldId="276"/>
        </pc:sldMkLst>
        <pc:picChg chg="add mod">
          <ac:chgData name="Gosha Kovalenko" userId="bf074e1f9a863715" providerId="LiveId" clId="{9A07B360-160E-46FA-A768-3205F7CE3F11}" dt="2025-10-30T08:45:05.875" v="14" actId="14100"/>
          <ac:picMkLst>
            <pc:docMk/>
            <pc:sldMk cId="839453665" sldId="276"/>
            <ac:picMk id="3" creationId="{C246E28C-521C-7A75-06C7-7EEE5C3AFF5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llurereport.org/start/" TargetMode="External"/><Relationship Id="rId2" Type="http://schemas.openxmlformats.org/officeDocument/2006/relationships/hyperlink" Target="https://allurereport.org/docs/install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ithub.com/allure-framework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2CABD3-B346-8783-4ED7-C2EE4E1AA8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Allure Report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D8A543-9A5F-DC00-B947-2BACB1F9D2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979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F468F-A51A-CF4A-0B90-6E38F7460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Allure Report?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CF2208-34AE-75AC-2EFB-429C60964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7" y="2638044"/>
            <a:ext cx="11111947" cy="3708091"/>
          </a:xfrm>
        </p:spPr>
        <p:txBody>
          <a:bodyPr>
            <a:normAutofit/>
          </a:bodyPr>
          <a:lstStyle/>
          <a:p>
            <a:r>
              <a:rPr lang="ru-RU" dirty="0">
                <a:cs typeface="Arial" panose="020B0604020202020204" pitchFamily="34" charset="0"/>
              </a:rPr>
              <a:t>Мощный фреймворк для создания интерактивных и визуальных отчетов о тестировании</a:t>
            </a:r>
          </a:p>
          <a:p>
            <a:endParaRPr lang="ru-RU" dirty="0">
              <a:cs typeface="Arial" panose="020B0604020202020204" pitchFamily="34" charset="0"/>
            </a:endParaRPr>
          </a:p>
          <a:p>
            <a:r>
              <a:rPr lang="ru-RU" dirty="0">
                <a:cs typeface="Arial" panose="020B0604020202020204" pitchFamily="34" charset="0"/>
              </a:rPr>
              <a:t>Поддерживает множество языков программирования (Java, Python, C#, JavaScript, </a:t>
            </a:r>
            <a:r>
              <a:rPr lang="en-US" dirty="0">
                <a:cs typeface="Arial" panose="020B0604020202020204" pitchFamily="34" charset="0"/>
              </a:rPr>
              <a:t>Go</a:t>
            </a:r>
            <a:r>
              <a:rPr lang="ru-RU" dirty="0">
                <a:cs typeface="Arial" panose="020B0604020202020204" pitchFamily="34" charset="0"/>
              </a:rPr>
              <a:t>, PHP и </a:t>
            </a:r>
            <a:r>
              <a:rPr lang="ru-RU" dirty="0" err="1">
                <a:cs typeface="Arial" panose="020B0604020202020204" pitchFamily="34" charset="0"/>
              </a:rPr>
              <a:t>др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ru-RU" dirty="0">
                <a:cs typeface="Arial" panose="020B0604020202020204" pitchFamily="34" charset="0"/>
              </a:rPr>
              <a:t>)</a:t>
            </a:r>
          </a:p>
          <a:p>
            <a:endParaRPr lang="ru-RU" dirty="0">
              <a:cs typeface="Arial" panose="020B0604020202020204" pitchFamily="34" charset="0"/>
            </a:endParaRPr>
          </a:p>
          <a:p>
            <a:r>
              <a:rPr lang="ru-RU" dirty="0">
                <a:cs typeface="Arial" panose="020B0604020202020204" pitchFamily="34" charset="0"/>
              </a:rPr>
              <a:t>Интегрируется с популярными тестовыми фреймворками (</a:t>
            </a:r>
            <a:r>
              <a:rPr lang="ru-RU" dirty="0" err="1">
                <a:cs typeface="Arial" panose="020B0604020202020204" pitchFamily="34" charset="0"/>
              </a:rPr>
              <a:t>JUnit</a:t>
            </a:r>
            <a:r>
              <a:rPr lang="ru-RU" dirty="0">
                <a:cs typeface="Arial" panose="020B0604020202020204" pitchFamily="34" charset="0"/>
              </a:rPr>
              <a:t>, </a:t>
            </a:r>
            <a:r>
              <a:rPr lang="en-US" dirty="0" err="1">
                <a:cs typeface="Arial" panose="020B0604020202020204" pitchFamily="34" charset="0"/>
              </a:rPr>
              <a:t>Pytest</a:t>
            </a:r>
            <a:r>
              <a:rPr lang="ru-RU" dirty="0">
                <a:cs typeface="Arial" panose="020B0604020202020204" pitchFamily="34" charset="0"/>
              </a:rPr>
              <a:t>, </a:t>
            </a:r>
            <a:r>
              <a:rPr lang="en-US" dirty="0">
                <a:cs typeface="Arial" panose="020B0604020202020204" pitchFamily="34" charset="0"/>
              </a:rPr>
              <a:t>Go test </a:t>
            </a:r>
            <a:r>
              <a:rPr lang="ru-RU" dirty="0">
                <a:cs typeface="Arial" panose="020B0604020202020204" pitchFamily="34" charset="0"/>
              </a:rPr>
              <a:t>и </a:t>
            </a:r>
            <a:r>
              <a:rPr lang="ru-RU" dirty="0" err="1">
                <a:cs typeface="Arial" panose="020B0604020202020204" pitchFamily="34" charset="0"/>
              </a:rPr>
              <a:t>др</a:t>
            </a:r>
            <a:r>
              <a:rPr lang="ru-RU" dirty="0">
                <a:cs typeface="Arial" panose="020B0604020202020204" pitchFamily="34" charset="0"/>
              </a:rPr>
              <a:t>)</a:t>
            </a:r>
          </a:p>
          <a:p>
            <a:endParaRPr lang="ru-RU" dirty="0">
              <a:cs typeface="Arial" panose="020B0604020202020204" pitchFamily="34" charset="0"/>
            </a:endParaRPr>
          </a:p>
          <a:p>
            <a:r>
              <a:rPr lang="ru-RU" dirty="0">
                <a:cs typeface="Arial" panose="020B0604020202020204" pitchFamily="34" charset="0"/>
              </a:rPr>
              <a:t>Предоставляет детальную информацию о выполнении тестов</a:t>
            </a:r>
          </a:p>
        </p:txBody>
      </p:sp>
    </p:spTree>
    <p:extLst>
      <p:ext uri="{BB962C8B-B14F-4D97-AF65-F5344CB8AC3E}">
        <p14:creationId xmlns:p14="http://schemas.microsoft.com/office/powerpoint/2010/main" val="192977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C2D97-DCC7-DE45-B1C4-1864FBE05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преимущества: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2FD293-BF6D-17F8-57C2-8D94FEBF6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7715" y="2752343"/>
            <a:ext cx="8196569" cy="2997443"/>
          </a:xfrm>
        </p:spPr>
        <p:txBody>
          <a:bodyPr>
            <a:noAutofit/>
          </a:bodyPr>
          <a:lstStyle/>
          <a:p>
            <a:pPr algn="ctr"/>
            <a:r>
              <a:rPr lang="ru-RU" dirty="0"/>
              <a:t> Богатая визуализация - графики, диаграммы, временные шкалы</a:t>
            </a:r>
          </a:p>
          <a:p>
            <a:pPr algn="ctr"/>
            <a:r>
              <a:rPr lang="ru-RU" dirty="0"/>
              <a:t> Детальная аналитика - статистика по тестам, тенденции, метрики</a:t>
            </a:r>
          </a:p>
          <a:p>
            <a:pPr algn="ctr"/>
            <a:r>
              <a:rPr lang="ru-RU" dirty="0"/>
              <a:t> Интеграция с CI/CD -  </a:t>
            </a:r>
            <a:r>
              <a:rPr lang="ru-RU" dirty="0" err="1"/>
              <a:t>GitLab</a:t>
            </a:r>
            <a:r>
              <a:rPr lang="ru-RU" dirty="0"/>
              <a:t> CI, </a:t>
            </a:r>
            <a:r>
              <a:rPr lang="ru-RU" dirty="0" err="1"/>
              <a:t>GitHub</a:t>
            </a:r>
            <a:r>
              <a:rPr lang="ru-RU" dirty="0"/>
              <a:t> </a:t>
            </a:r>
            <a:r>
              <a:rPr lang="ru-RU" dirty="0" err="1"/>
              <a:t>Actions</a:t>
            </a:r>
            <a:r>
              <a:rPr lang="ru-RU" dirty="0"/>
              <a:t> и </a:t>
            </a:r>
            <a:r>
              <a:rPr lang="ru-RU" dirty="0" err="1"/>
              <a:t>др</a:t>
            </a:r>
            <a:endParaRPr lang="ru-RU" dirty="0"/>
          </a:p>
          <a:p>
            <a:pPr algn="ctr"/>
            <a:r>
              <a:rPr lang="ru-RU" dirty="0"/>
              <a:t>Группировка тестов - по функциональности, пикам, историям</a:t>
            </a:r>
          </a:p>
          <a:p>
            <a:pPr algn="ctr"/>
            <a:r>
              <a:rPr lang="ru-RU" dirty="0"/>
              <a:t> Глубокий анализ - шаги, параметры, вложения</a:t>
            </a:r>
          </a:p>
          <a:p>
            <a:pPr algn="ctr"/>
            <a:r>
              <a:rPr lang="ru-RU" dirty="0" err="1"/>
              <a:t>Таймлайн</a:t>
            </a:r>
            <a:r>
              <a:rPr lang="ru-RU" dirty="0"/>
              <a:t> выполнения - визуализация времени выполнения тестов</a:t>
            </a:r>
          </a:p>
        </p:txBody>
      </p:sp>
    </p:spTree>
    <p:extLst>
      <p:ext uri="{BB962C8B-B14F-4D97-AF65-F5344CB8AC3E}">
        <p14:creationId xmlns:p14="http://schemas.microsoft.com/office/powerpoint/2010/main" val="2873440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72257-EFDE-CE95-599C-5D453EF58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104"/>
            <a:ext cx="12192000" cy="628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E8997F-8C03-9AB8-865B-9AB7D218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Установка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8BA126-4020-BD39-3872-A1E31D4B2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2"/>
              </a:rPr>
              <a:t>https://allurereport.org/docs/install/</a:t>
            </a:r>
            <a:r>
              <a:rPr lang="ru-RU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https://allurereport.org/start/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https://github.com/allure-framework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Плагины, при использовании </a:t>
            </a:r>
            <a:r>
              <a:rPr lang="en-US" dirty="0"/>
              <a:t>IDEA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BA7D18-1874-9E50-D44C-4D4009B3ED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182" y="2638044"/>
            <a:ext cx="2646643" cy="381742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229D95E-EFD2-3A3C-4A8F-79319066FA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1809" y="2638044"/>
            <a:ext cx="2433997" cy="382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48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C7B3D5-D7E2-BBF9-0D97-BFE2312AA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84" y="307787"/>
            <a:ext cx="11713267" cy="606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11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851A1C-B36B-044D-8E16-66349C28C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501" y="185737"/>
            <a:ext cx="4106123" cy="638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18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8DE65A-5C52-605A-19D1-8E631634F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DDC270-AC74-6943-1A7B-14F96381C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+ JUnit5 + Maven + Allure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0105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B98820-E526-A8BC-14E4-6C50F1060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051" y="238539"/>
            <a:ext cx="6263897" cy="638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13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CF1BAC-3D95-5871-3787-C17E5F0C7353}"/>
              </a:ext>
            </a:extLst>
          </p:cNvPr>
          <p:cNvSpPr txBox="1"/>
          <p:nvPr/>
        </p:nvSpPr>
        <p:spPr>
          <a:xfrm>
            <a:off x="7449380" y="3198167"/>
            <a:ext cx="4268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Примерное дерево проекта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8F4CFB-5373-FF51-3009-12CDE5E08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836" y="890232"/>
            <a:ext cx="4867954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53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5103D-9AD3-D410-D4A0-C55F78CA3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688467"/>
            <a:ext cx="7729728" cy="1188720"/>
          </a:xfrm>
        </p:spPr>
        <p:txBody>
          <a:bodyPr/>
          <a:lstStyle/>
          <a:p>
            <a:r>
              <a:rPr lang="ru-RU" dirty="0"/>
              <a:t>команды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D2C225-E7ED-4D5D-632B-E43F78C32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38" y="2762249"/>
            <a:ext cx="10677524" cy="3205164"/>
          </a:xfrm>
        </p:spPr>
        <p:txBody>
          <a:bodyPr numCol="2">
            <a:noAutofit/>
          </a:bodyPr>
          <a:lstStyle/>
          <a:p>
            <a:r>
              <a:rPr lang="ru-RU" dirty="0"/>
              <a:t>Запуск тестов с генерацией </a:t>
            </a:r>
            <a:r>
              <a:rPr lang="en-US" dirty="0"/>
              <a:t>Allure </a:t>
            </a:r>
            <a:r>
              <a:rPr lang="ru-RU" dirty="0"/>
              <a:t>результатов</a:t>
            </a:r>
          </a:p>
          <a:p>
            <a:pPr marL="0" indent="0">
              <a:buNone/>
            </a:pPr>
            <a:r>
              <a:rPr lang="en-US" dirty="0" err="1"/>
              <a:t>mvn</a:t>
            </a:r>
            <a:r>
              <a:rPr lang="en-US" dirty="0"/>
              <a:t> clean test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ru-RU" dirty="0"/>
              <a:t>Запуск локального сервера с отчетом (автоматически открывает браузер)</a:t>
            </a:r>
          </a:p>
          <a:p>
            <a:pPr marL="0" indent="0">
              <a:buNone/>
            </a:pPr>
            <a:r>
              <a:rPr lang="en-US" dirty="0" err="1"/>
              <a:t>mvn</a:t>
            </a:r>
            <a:r>
              <a:rPr lang="en-US" dirty="0"/>
              <a:t> </a:t>
            </a:r>
            <a:r>
              <a:rPr lang="en-US" dirty="0" err="1"/>
              <a:t>allure:serve</a:t>
            </a:r>
            <a:endParaRPr lang="en-US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Генерация статического отчета </a:t>
            </a:r>
          </a:p>
          <a:p>
            <a:pPr marL="0" indent="0">
              <a:buNone/>
            </a:pPr>
            <a:r>
              <a:rPr lang="en-US" dirty="0" err="1"/>
              <a:t>mvn</a:t>
            </a:r>
            <a:r>
              <a:rPr lang="en-US" dirty="0"/>
              <a:t> </a:t>
            </a:r>
            <a:r>
              <a:rPr lang="en-US" dirty="0" err="1"/>
              <a:t>allure:report</a:t>
            </a:r>
            <a:endParaRPr lang="en-US" dirty="0"/>
          </a:p>
          <a:p>
            <a:endParaRPr lang="en-US" dirty="0"/>
          </a:p>
          <a:p>
            <a:pPr lvl="1"/>
            <a:r>
              <a:rPr lang="en-US" sz="1800" dirty="0"/>
              <a:t> </a:t>
            </a:r>
            <a:r>
              <a:rPr lang="ru-RU" sz="1800" dirty="0"/>
              <a:t>Запуск только определенных тестов</a:t>
            </a:r>
          </a:p>
          <a:p>
            <a:pPr marL="228600" lvl="1" indent="0">
              <a:buNone/>
            </a:pPr>
            <a:r>
              <a:rPr lang="en-US" sz="1800" dirty="0" err="1"/>
              <a:t>mvn</a:t>
            </a:r>
            <a:r>
              <a:rPr lang="en-US" sz="1800" dirty="0"/>
              <a:t> test -</a:t>
            </a:r>
            <a:r>
              <a:rPr lang="en-US" sz="1800" dirty="0" err="1"/>
              <a:t>Dtest</a:t>
            </a:r>
            <a:r>
              <a:rPr lang="en-US" sz="1800" dirty="0"/>
              <a:t>=</a:t>
            </a:r>
            <a:r>
              <a:rPr lang="en-US" sz="1800" dirty="0" err="1"/>
              <a:t>UserServiceTest</a:t>
            </a:r>
            <a:endParaRPr lang="en-US" sz="1800" dirty="0"/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 </a:t>
            </a:r>
            <a:r>
              <a:rPr lang="ru-RU" sz="1800" dirty="0"/>
              <a:t>Запуск с определенным профилем</a:t>
            </a:r>
          </a:p>
          <a:p>
            <a:pPr marL="228600" lvl="1" indent="0">
              <a:buNone/>
            </a:pPr>
            <a:r>
              <a:rPr lang="en-US" sz="1800" dirty="0" err="1"/>
              <a:t>mvn</a:t>
            </a:r>
            <a:r>
              <a:rPr lang="en-US" sz="1800" dirty="0"/>
              <a:t> test -</a:t>
            </a:r>
            <a:r>
              <a:rPr lang="en-US" sz="1800" dirty="0" err="1"/>
              <a:t>Pintegration</a:t>
            </a:r>
            <a:r>
              <a:rPr lang="en-US" sz="1800" dirty="0"/>
              <a:t>-tests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027527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C5A6C6-1EC5-8C20-86D7-42F9F8C83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76" y="0"/>
            <a:ext cx="115612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57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0A73F2-3508-B364-B180-3CD956CC0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01" y="0"/>
            <a:ext cx="117953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82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46E28C-521C-7A75-06C7-7EEE5C3AF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955" y="263012"/>
            <a:ext cx="8095245" cy="65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53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620BEC-4D87-A5B4-B154-A6C0AC420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3401"/>
            <a:ext cx="12192000" cy="569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57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FE19D6-4142-D7E6-91B6-C6A54E59A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9068"/>
            <a:ext cx="12192000" cy="379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50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0A09C7-E9F0-8A5D-4BAA-95592A0F0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12" y="0"/>
            <a:ext cx="11666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018057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{3846EF9E-49A4-4F83-B573-2D0DA2747342}TFfb9a325e-b4a8-473d-b025-df086f5ae493f5a90170-b053b8ef8758</Template>
  <TotalTime>464</TotalTime>
  <Words>214</Words>
  <Application>Microsoft Office PowerPoint</Application>
  <PresentationFormat>Широкоэкранный</PresentationFormat>
  <Paragraphs>41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Corbel</vt:lpstr>
      <vt:lpstr>Gill Sans MT</vt:lpstr>
      <vt:lpstr>Посылка</vt:lpstr>
      <vt:lpstr>Allure Report</vt:lpstr>
      <vt:lpstr>Что такое Allure Report?</vt:lpstr>
      <vt:lpstr>Ключевые преимущества:</vt:lpstr>
      <vt:lpstr>Презентация PowerPoint</vt:lpstr>
      <vt:lpstr>Установка</vt:lpstr>
      <vt:lpstr>Презентация PowerPoint</vt:lpstr>
      <vt:lpstr>Презентация PowerPoint</vt:lpstr>
      <vt:lpstr>Практика</vt:lpstr>
      <vt:lpstr>Презентация PowerPoint</vt:lpstr>
      <vt:lpstr>Презентация PowerPoint</vt:lpstr>
      <vt:lpstr>команды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Gosha Kovalenko</dc:creator>
  <cp:lastModifiedBy>Gosha Kovalenko</cp:lastModifiedBy>
  <cp:revision>1</cp:revision>
  <dcterms:created xsi:type="dcterms:W3CDTF">2025-10-30T01:02:38Z</dcterms:created>
  <dcterms:modified xsi:type="dcterms:W3CDTF">2025-10-30T08:47:16Z</dcterms:modified>
</cp:coreProperties>
</file>